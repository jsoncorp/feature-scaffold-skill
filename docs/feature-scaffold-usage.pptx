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54864"/>
          </a:xfrm>
          <a:prstGeom prst="rect">
            <a:avLst/>
          </a:prstGeom>
          <a:solidFill>
            <a:srgbClr val="4F8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Malgun Gothic"/>
              </a:rPr>
              <a:t>feature-scaffold-skill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146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94A3B8"/>
                </a:solidFill>
                <a:latin typeface="Malgun Gothic"/>
              </a:rPr>
              <a:t>Android 클린 아키텍처 기능 골격 생성 스킬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4F8FF7"/>
                </a:solidFill>
                <a:latin typeface="Malgun Gothic"/>
              </a:rPr>
              <a:t>사용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Consolas"/>
              </a:rPr>
              <a:t>github.com/JsonCorp/feature-scaffold-skill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8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4F8FF7"/>
                </a:solidFill>
                <a:latin typeface="Malgun Gothic"/>
              </a:rPr>
              <a:t>WHAT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Malgun Gothic"/>
              </a:rPr>
              <a:t>이게 뭔가요?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6424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Malgun Gothic"/>
              </a:rPr>
              <a:t>기능 이름 한 줄로</a:t>
            </a:r>
            <a:r>
              <a:rPr sz="2000" b="0">
                <a:solidFill>
                  <a:srgbClr val="FFFFFF"/>
                </a:solidFill>
                <a:latin typeface="Malgun Gothic"/>
              </a:rPr>
              <a:t> 클린 아키텍처 기능 모듈 전체를 생성합니다.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4F8FF7"/>
                </a:solidFill>
                <a:latin typeface="Malgun Gothic"/>
              </a:rPr>
              <a:t>• Scaffold(골격)</a:t>
            </a:r>
            <a:r>
              <a:rPr sz="1800" b="0">
                <a:solidFill>
                  <a:srgbClr val="94A3B8"/>
                </a:solidFill>
                <a:latin typeface="Malgun Gothic"/>
              </a:rPr>
              <a:t> : 채워 넣을 표준 뼈대를 자동으로 세웁니다.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4F8FF7"/>
                </a:solidFill>
                <a:latin typeface="Malgun Gothic"/>
              </a:rPr>
              <a:t>• Boilerplate(반복코드)</a:t>
            </a:r>
            <a:r>
              <a:rPr sz="1800" b="0">
                <a:solidFill>
                  <a:srgbClr val="94A3B8"/>
                </a:solidFill>
                <a:latin typeface="Malgun Gothic"/>
              </a:rPr>
              <a:t> : 매번 똑같은 11~13개 파일을 손으로 안 씁니다.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6EE7B7"/>
                </a:solidFill>
                <a:latin typeface="Malgun Gothic"/>
              </a:rPr>
              <a:t>→ domain · data · ui 3레이어 + Hilt DI + 테스트까지 한 번에.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8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4F8FF7"/>
                </a:solidFill>
                <a:latin typeface="Malgun Gothic"/>
              </a:rPr>
              <a:t>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Malgun Gothic"/>
              </a:rPr>
              <a:t>무엇을 만들어 주나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64240" cy="4480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01952"/>
            <a:ext cx="10607040" cy="4151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4F8FF7"/>
                </a:solidFill>
                <a:latin typeface="Consolas"/>
              </a:rPr>
              <a:t>feature/&lt;name&gt;/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├── domain/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│   ├── model/&lt;Name&gt;.kt            도메인 모델 (data class)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│   ├── repository/&lt;Name&gt;Repository.kt   인터페이스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│   └── usecase/Get&lt;Name&gt;UseCase.kt      단일 책임 UseCase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├── data/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│   ├── dto / mapper / api          DTO·매핑·Retrofit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│   ├── repository/&lt;Name&gt;RepositoryImpl.kt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│   └── di/&lt;Name&gt;Module.kt          Hilt (@Provides·@Binds)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├── ui/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│   ├── &lt;Name&gt;UiState.kt            sealed (Loading/Success/Error)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│   ├── &lt;Name&gt;ViewModel.kt          HiltViewModel + StateFlow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│   └── &lt;Name&gt;Screen.kt             Composable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6EE7B7"/>
                </a:solidFill>
                <a:latin typeface="Consolas"/>
              </a:rPr>
              <a:t>└── test/                          UseCase·ViewModel 테스트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8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4F8FF7"/>
                </a:solidFill>
                <a:latin typeface="Malgun Gothic"/>
              </a:rPr>
              <a:t>INSTALL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Malgun Gothic"/>
              </a:rPr>
              <a:t>설치 — 3단계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4F8FF7"/>
                </a:solidFill>
                <a:latin typeface="Malgun Gothic"/>
              </a:rPr>
              <a:t>1) 레포 클론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57400"/>
            <a:ext cx="11064240" cy="8686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21992"/>
            <a:ext cx="10607040" cy="539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git clone https://github.com/JsonCorp/feature-scaffold-skill.git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cd feature-scaffold-skill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4F8FF7"/>
                </a:solidFill>
                <a:latin typeface="Malgun Gothic"/>
              </a:rPr>
              <a:t>2) 설치 스크립트 실행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474720"/>
            <a:ext cx="5440680" cy="15544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639312"/>
            <a:ext cx="4983480" cy="1225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Consolas"/>
              </a:rPr>
              <a:t># macOS / Linux / Git Bash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E2E8F0"/>
                </a:solidFill>
                <a:latin typeface="Consolas"/>
              </a:rPr>
              <a:t>./install.sh            # 이 프로젝트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E2E8F0"/>
                </a:solidFill>
                <a:latin typeface="Consolas"/>
              </a:rPr>
              <a:t>./install.sh /path/proj # 지정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E2E8F0"/>
                </a:solidFill>
                <a:latin typeface="Consolas"/>
              </a:rPr>
              <a:t>./install.sh --global   # 전역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3474720"/>
            <a:ext cx="5440680" cy="15544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639312"/>
            <a:ext cx="4983480" cy="1225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Consolas"/>
              </a:rPr>
              <a:t># Windows PowerShell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E2E8F0"/>
                </a:solidFill>
                <a:latin typeface="Consolas"/>
              </a:rPr>
              <a:t>.\install.ps1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E2E8F0"/>
                </a:solidFill>
                <a:latin typeface="Consolas"/>
              </a:rPr>
              <a:t>.\install.ps1 -Target C:\proj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E2E8F0"/>
                </a:solidFill>
                <a:latin typeface="Consolas"/>
              </a:rPr>
              <a:t>.\install.ps1 -Global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2120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Malgun Gothic"/>
              </a:rPr>
              <a:t>3) Claude Code에서 </a:t>
            </a:r>
            <a:r>
              <a:rPr sz="1600" b="1">
                <a:solidFill>
                  <a:srgbClr val="6EE7B7"/>
                </a:solidFill>
                <a:latin typeface="Consolas"/>
              </a:rPr>
              <a:t>/feature-scaffold</a:t>
            </a:r>
            <a:r>
              <a:rPr sz="1600" b="0">
                <a:solidFill>
                  <a:srgbClr val="FFFFFF"/>
                </a:solidFill>
                <a:latin typeface="Malgun Gothic"/>
              </a:rPr>
              <a:t> 호출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8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4F8FF7"/>
                </a:solidFill>
                <a:latin typeface="Malgun Gothic"/>
              </a:rPr>
              <a:t>USAGE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Malgun Gothic"/>
              </a:rPr>
              <a:t>사용법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64240" cy="7315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01952"/>
            <a:ext cx="106070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  <a:latin typeface="Consolas"/>
              </a:rPr>
              <a:t>/feature-scaffold &lt;FeatureName&gt;[:field1[:Type],field2[:Type],...]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4F8FF7"/>
                </a:solidFill>
                <a:latin typeface="Malgun Gothic"/>
              </a:rPr>
              <a:t>예시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11064240" cy="20116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10607040" cy="1682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6EE7B7"/>
                </a:solidFill>
                <a:latin typeface="Consolas"/>
              </a:rPr>
              <a:t>/feature-scaffold Profile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 → 기본 필드 id, name 으로 생성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6EE7B7"/>
                </a:solidFill>
                <a:latin typeface="Consolas"/>
              </a:rPr>
              <a:t>/feature-scaffold Profile:id,email,age:Int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 → 지정 필드 + 타입(Int) 반영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6EE7B7"/>
                </a:solidFill>
                <a:latin typeface="Consolas"/>
              </a:rPr>
              <a:t>/feature-scaffold Article:id,title,publishedAt:Long,likeCount:Int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 → String/Long/Int 혼합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8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4F8FF7"/>
                </a:solidFill>
                <a:latin typeface="Malgun Gothic"/>
              </a:rPr>
              <a:t>FIELDS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Malgun Gothic"/>
              </a:rPr>
              <a:t>필드 커스터마이징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642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FFFFFF"/>
                </a:solidFill>
                <a:latin typeface="Malgun Gothic"/>
              </a:rPr>
              <a:t>• 콜론(:) 뒤에 </a:t>
            </a:r>
            <a:r>
              <a:rPr sz="1800" b="0">
                <a:solidFill>
                  <a:srgbClr val="6EE7B7"/>
                </a:solidFill>
                <a:latin typeface="Consolas"/>
              </a:rPr>
              <a:t>이름 또는 이름:타입</a:t>
            </a:r>
            <a:r>
              <a:rPr sz="1800" b="0">
                <a:solidFill>
                  <a:srgbClr val="FFFFFF"/>
                </a:solidFill>
                <a:latin typeface="Malgun Gothic"/>
              </a:rPr>
              <a:t>을 쉼표로 나열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FFFFFF"/>
                </a:solidFill>
                <a:latin typeface="Malgun Gothic"/>
              </a:rPr>
              <a:t>• 타입 생략 시 </a:t>
            </a:r>
            <a:r>
              <a:rPr sz="1800" b="0">
                <a:solidFill>
                  <a:srgbClr val="6EE7B7"/>
                </a:solidFill>
                <a:latin typeface="Consolas"/>
              </a:rPr>
              <a:t>String</a:t>
            </a:r>
            <a:r>
              <a:rPr sz="1800" b="0">
                <a:solidFill>
                  <a:srgbClr val="FFFFFF"/>
                </a:solidFill>
                <a:latin typeface="Malgun Gothic"/>
              </a:rPr>
              <a:t> 으로 간주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FFFFFF"/>
                </a:solidFill>
                <a:latin typeface="Malgun Gothic"/>
              </a:rPr>
              <a:t>• 필드를 모두 생략하면 기본값 </a:t>
            </a:r>
            <a:r>
              <a:rPr sz="1800" b="0">
                <a:solidFill>
                  <a:srgbClr val="6EE7B7"/>
                </a:solidFill>
                <a:latin typeface="Consolas"/>
              </a:rPr>
              <a:t>id, name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FFFFFF"/>
                </a:solidFill>
                <a:latin typeface="Malgun Gothic"/>
              </a:rPr>
              <a:t>• 같은 필드가 도메인 모델 · DTO · Mapper 에 일관 반영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206240"/>
            <a:ext cx="11064240" cy="17373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370832"/>
            <a:ext cx="10607040" cy="1408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F8FF7"/>
                </a:solidFill>
                <a:latin typeface="Consolas"/>
              </a:rPr>
              <a:t>Article:id,title,author,publishedAt:Long,likeCount:Int,isBookmarked:Boolean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E2E8F0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E2E8F0"/>
                </a:solidFill>
                <a:latin typeface="Consolas"/>
              </a:rPr>
              <a:t>data class Article(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E2E8F0"/>
                </a:solidFill>
                <a:latin typeface="Consolas"/>
              </a:rPr>
              <a:t>    val id: String, val title: String, val author: String,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E2E8F0"/>
                </a:solidFill>
                <a:latin typeface="Consolas"/>
              </a:rPr>
              <a:t>    val publishedAt: Long, val likeCount: Int, val isBookmarked: Boolean,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E2E8F0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8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4F8FF7"/>
                </a:solidFill>
                <a:latin typeface="Malgun Gothic"/>
              </a:rPr>
              <a:t>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Malgun Gothic"/>
              </a:rPr>
              <a:t>베이스 패키지 — 한 곳만 바꾸면 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Malgun Gothic"/>
              </a:rPr>
              <a:t>생성 코드의 패키지 루트는 </a:t>
            </a:r>
            <a:r>
              <a:rPr sz="1800" b="0">
                <a:solidFill>
                  <a:srgbClr val="6EE7B7"/>
                </a:solidFill>
                <a:latin typeface="Consolas"/>
              </a:rPr>
              <a:t>config.md</a:t>
            </a:r>
            <a:r>
              <a:rPr sz="1800" b="0">
                <a:solidFill>
                  <a:srgbClr val="FFFFFF"/>
                </a:solidFill>
                <a:latin typeface="Malgun Gothic"/>
              </a:rPr>
              <a:t> 한 줄로 결정됩니다.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51760"/>
            <a:ext cx="11064240" cy="7315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816352"/>
            <a:ext cx="106070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94A3B8"/>
                </a:solidFill>
                <a:latin typeface="Consolas"/>
              </a:rPr>
              <a:t>.claude/skills/feature-scaffold/config.md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6EE7B7"/>
                </a:solidFill>
                <a:latin typeface="Consolas"/>
              </a:rPr>
              <a:t>base_package: com.example.app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11064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4F8FF7"/>
                </a:solidFill>
                <a:latin typeface="Malgun Gothic"/>
              </a:rPr>
              <a:t>다른 프로젝트로 포팅?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FFFFFF"/>
                </a:solidFill>
                <a:latin typeface="Malgun Gothic"/>
              </a:rPr>
              <a:t>• 이 한 줄만 com.your.app 으로 변경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FFFFFF"/>
                </a:solidFill>
                <a:latin typeface="Malgun Gothic"/>
              </a:rPr>
              <a:t>• 또는 호출 시 </a:t>
            </a:r>
            <a:r>
              <a:rPr sz="1800" b="0">
                <a:solidFill>
                  <a:srgbClr val="6EE7B7"/>
                </a:solidFill>
                <a:latin typeface="Consolas"/>
              </a:rPr>
              <a:t>--pkg=com.your.app</a:t>
            </a:r>
            <a:r>
              <a:rPr sz="1800" b="0">
                <a:solidFill>
                  <a:srgbClr val="FFFFFF"/>
                </a:solidFill>
                <a:latin typeface="Malgun Gothic"/>
              </a:rPr>
              <a:t> 로 1회성 오버라이드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8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4F8FF7"/>
                </a:solidFill>
                <a:latin typeface="Malgun Gothic"/>
              </a:rPr>
              <a:t>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Malgun Gothic"/>
              </a:rPr>
              <a:t>핵심 컨벤션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6424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4F8FF7"/>
                </a:solidFill>
                <a:latin typeface="Malgun Gothic"/>
              </a:rPr>
              <a:t>• 의존성 방향</a:t>
            </a:r>
            <a:r>
              <a:rPr sz="1800" b="0">
                <a:solidFill>
                  <a:srgbClr val="FFFFFF"/>
                </a:solidFill>
                <a:latin typeface="Malgun Gothic"/>
              </a:rPr>
              <a:t>  ViewModel → UseCase 만. Repository 직접 주입 금지.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4F8FF7"/>
                </a:solidFill>
                <a:latin typeface="Malgun Gothic"/>
              </a:rPr>
              <a:t>• 인터페이스/구현 분리</a:t>
            </a:r>
            <a:r>
              <a:rPr sz="1800" b="0">
                <a:solidFill>
                  <a:srgbClr val="FFFFFF"/>
                </a:solidFill>
                <a:latin typeface="Malgun Gothic"/>
              </a:rPr>
              <a:t>  인터페이스는 domain, 구현은 data.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4F8FF7"/>
                </a:solidFill>
                <a:latin typeface="Malgun Gothic"/>
              </a:rPr>
              <a:t>• DTO 격리</a:t>
            </a:r>
            <a:r>
              <a:rPr sz="1800" b="0">
                <a:solidFill>
                  <a:srgbClr val="FFFFFF"/>
                </a:solidFill>
                <a:latin typeface="Malgun Gothic"/>
              </a:rPr>
              <a:t>  DTO는 ui까지 노출 안 함. Mapper에서 변환.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4F8FF7"/>
                </a:solidFill>
                <a:latin typeface="Malgun Gothic"/>
              </a:rPr>
              <a:t>• 상태 표현</a:t>
            </a:r>
            <a:r>
              <a:rPr sz="1800" b="0">
                <a:solidFill>
                  <a:srgbClr val="FFFFFF"/>
                </a:solidFill>
                <a:latin typeface="Malgun Gothic"/>
              </a:rPr>
              <a:t>  StateFlow + sealed interface (Loading/Success/Error).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4F8FF7"/>
                </a:solidFill>
                <a:latin typeface="Malgun Gothic"/>
              </a:rPr>
              <a:t>• 취소 안전성</a:t>
            </a:r>
            <a:r>
              <a:rPr sz="1800" b="0">
                <a:solidFill>
                  <a:srgbClr val="FFFFFF"/>
                </a:solidFill>
                <a:latin typeface="Malgun Gothic"/>
              </a:rPr>
              <a:t>  try/catch + CancellationException rethrow. runCatching 금지.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4F8FF7"/>
                </a:solidFill>
                <a:latin typeface="Malgun Gothic"/>
              </a:rPr>
              <a:t>• DI 바인딩</a:t>
            </a:r>
            <a:r>
              <a:rPr sz="1800" b="0">
                <a:solidFill>
                  <a:srgbClr val="FFFFFF"/>
                </a:solidFill>
                <a:latin typeface="Malgun Gothic"/>
              </a:rPr>
              <a:t>  Api는 @Provides, Repository는 @Binds. 공통 Retrofit 주입.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54864"/>
          </a:xfrm>
          <a:prstGeom prst="rect">
            <a:avLst/>
          </a:prstGeom>
          <a:solidFill>
            <a:srgbClr val="4F8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Malgun Gothic"/>
              </a:rPr>
              <a:t>두 줄이면 시작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651760"/>
            <a:ext cx="11064240" cy="10058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816352"/>
            <a:ext cx="10607040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E2E8F0"/>
                </a:solidFill>
                <a:latin typeface="Consolas"/>
              </a:rPr>
              <a:t>git clone https://github.com/JsonCorp/feature-scaffold-skill.git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E2E8F0"/>
                </a:solidFill>
                <a:latin typeface="Consolas"/>
              </a:rPr>
              <a:t>cd feature-scaffold-skill &amp;&amp; ./install.sh --global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0"/>
            <a:ext cx="10972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94A3B8"/>
                </a:solidFill>
                <a:latin typeface="Malgun Gothic"/>
              </a:rPr>
              <a:t>그다음 Claude Code에서: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6EE7B7"/>
                </a:solidFill>
                <a:latin typeface="Consolas"/>
              </a:rPr>
              <a:t>/feature-scaffold Article:id,title,author,likeCount:Int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94A3B8"/>
                </a:solidFill>
                <a:latin typeface="Malgun Gothic"/>
              </a:rPr>
              <a:t>문서 · 릴리스 · 예시 → 레포 README 참고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